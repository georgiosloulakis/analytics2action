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7"/>
    <p:restoredTop sz="94653"/>
  </p:normalViewPr>
  <p:slideViewPr>
    <p:cSldViewPr snapToGrid="0">
      <p:cViewPr>
        <p:scale>
          <a:sx n="125" d="100"/>
          <a:sy n="125" d="100"/>
        </p:scale>
        <p:origin x="14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DB06-3011-483C-EC24-11257D89E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F96B8-4113-3453-A009-578F8CF90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D175-5D64-6C5B-20D8-F676EC72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1414-B252-B16B-9359-F47CD4B6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988A4-954F-7E65-E8CB-46E64AF5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4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3CD1-35A6-7F5C-80E1-17529CFB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F8227-AF1C-C0B4-5D8B-D1DAB58D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433BC-F23E-FD9E-B15B-1013043D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65CAA-40C8-EDE2-BD7B-DF48D171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4D27D-8822-98E1-BB61-48BAFF8D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1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18C1-25F2-2441-FA01-B1D25ADBD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89108-8678-87D4-1982-4022FCE52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86B-32F3-5DC5-A7CF-21EB5E8E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CF3F4-2204-6050-9A33-2A37E840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A0A0C-6C6C-3A18-30A9-918CC90D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5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C83E-803A-3DC3-2DE0-FD54BE10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7B38-1AEF-7DDF-7E5A-C6AD86E91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62DD9-C23B-D9E8-8737-25068B9D4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54AC6-0FCC-501D-779E-DF76E3C6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BD897-7D90-1B7F-4F50-BDBC10FB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FCE2C-7F84-6313-386B-3B7C4E96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6970-60F2-5723-8681-121FC23E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578AA-A2E5-D6A6-C1A0-CFB2739E7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B6755-8C7C-14A3-3212-7EE7D32EF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06AE0-5CE1-5829-B2B8-816098A01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6A469-7D6A-FA7B-3E7A-1F968C4BF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E4F2C-D3F1-74FD-AD2E-E687A397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F855F-FBC5-02F9-421D-D966C258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392B7-B3F0-2E4E-8200-DEBBA549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3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08BE-3AB8-958F-339C-0B35B4E0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21DBF-76F4-2EAD-E624-4287583F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CFD45-04F2-6A5B-3402-07A24C3F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E7F27-7B91-433A-27C4-F223688E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9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9DC83-B327-9991-904F-D8DB42D9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F2CA0-565B-A7A9-EA21-563DA3E6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AF76F-F04C-2E5F-0D1C-82586914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8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531C-58F3-37DC-1C41-1346EFE7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1C4E-1795-0BD6-E6FA-51B716081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9CBCF-B050-BE40-5555-C502C347E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2836F-5530-B5EA-BD95-DD18FF92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91327-81DB-5F14-00A9-715D5547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00C6A-8CB2-2854-9A7E-97CD9FC9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2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6973-7DCD-65DD-7BFA-08051AAF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B781B-E8AD-02C3-8C84-C968C09F5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EC604-1F58-4546-447C-541323AD9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A15E6-232E-C16D-E1A8-A3F472FF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F9578-64BD-24A5-4E19-AC85FED8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5AA9C-AF0B-C0C4-5F31-B71B33C9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F517-DE3C-D0BB-802C-F986AEF9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5CE54-C72B-B84A-0894-64E033A33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3837-FE9F-B959-6B7D-C423C669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DC336-79DB-0D43-3C16-EE4AD3BE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A399-568E-61D8-6429-90998FC0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4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A2C70-CFFB-3CAD-BB70-72744A038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AC564-7B08-486D-8764-B78C63E3C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580DE-7C31-3681-F970-667ADFFD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A984A-BB61-AD49-2750-7BAFBEC0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45E3-C476-5120-D63F-63F5CFB1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03D1D-7984-6898-638E-B3AD45D4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9B54A-784A-134B-3E4A-E75A9638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A1D0-B773-33F9-2E28-61FF149F7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11422-1C00-2943-8A6D-7E40A0AC288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BB9A-7F88-0732-EC7C-A507D4B0D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9D762-FB38-571C-B53C-4E732EA44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C62C5-81A4-1746-99A4-3A76B787F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6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CE2E-23AC-3882-DCE6-9B245FA6A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388534"/>
          </a:xfrm>
        </p:spPr>
        <p:txBody>
          <a:bodyPr>
            <a:normAutofit/>
          </a:bodyPr>
          <a:lstStyle/>
          <a:p>
            <a:r>
              <a:rPr lang="en-US" sz="4800" dirty="0"/>
              <a:t>Box office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D66B1-F7C7-B220-DEF8-A2E46827E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853514"/>
            <a:ext cx="11054080" cy="32366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From Box Office Mojo (owned by IMDb) we can extract the box office data for the movie dataset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data we can extract are budget, domestic, international and worldwide revenue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7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C67B-4945-F8C6-5EE4-A497A975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  <a:r>
              <a:rPr lang="el-GR" dirty="0"/>
              <a:t> </a:t>
            </a:r>
            <a:r>
              <a:rPr lang="en-US" dirty="0"/>
              <a:t>can</a:t>
            </a:r>
            <a:r>
              <a:rPr lang="el-GR" dirty="0"/>
              <a:t> </a:t>
            </a:r>
            <a:r>
              <a:rPr lang="en-US" dirty="0"/>
              <a:t>we create valuable insights from these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F3FE0-AB10-1679-7D89-F2724681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genres have the biggest ROI</a:t>
            </a:r>
          </a:p>
          <a:p>
            <a:r>
              <a:rPr lang="en-US" dirty="0"/>
              <a:t>Is budget correlated to ROI?</a:t>
            </a:r>
          </a:p>
          <a:p>
            <a:r>
              <a:rPr lang="en-US" dirty="0"/>
              <a:t>See how opening weekend revenue correlates to the final revenue (bigger opening weekend means greater return?)</a:t>
            </a:r>
          </a:p>
          <a:p>
            <a:r>
              <a:rPr lang="en-US" dirty="0"/>
              <a:t>See what drives a movie to be successful (genre, actors, director, writer, plot, production company)</a:t>
            </a:r>
          </a:p>
        </p:txBody>
      </p:sp>
    </p:spTree>
    <p:extLst>
      <p:ext uri="{BB962C8B-B14F-4D97-AF65-F5344CB8AC3E}">
        <p14:creationId xmlns:p14="http://schemas.microsoft.com/office/powerpoint/2010/main" val="60989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6477-0C9E-56CA-F2CE-AACA8C34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Return: The ROI of Genres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106A10-9ED9-4ECE-D8DE-EC2E9D85AC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4009"/>
            <a:ext cx="10515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genres have the biggest Return on Investment (ROI)?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beyond just looking at total gross revenue to pinpoint which film categories 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consistently outperform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their production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Our goal is 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u="sng" dirty="0">
                <a:latin typeface="Arial" panose="020B0604020202020204" pitchFamily="34" charset="0"/>
              </a:rPr>
              <a:t>i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dentify highly profitable niche genres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horror or low-budget comedy) versus historically risky, high-cost genres.</a:t>
            </a:r>
          </a:p>
        </p:txBody>
      </p:sp>
    </p:spTree>
    <p:extLst>
      <p:ext uri="{BB962C8B-B14F-4D97-AF65-F5344CB8AC3E}">
        <p14:creationId xmlns:p14="http://schemas.microsoft.com/office/powerpoint/2010/main" val="346620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6A53-09A2-9CBB-9B28-327E2AA4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vs. 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8BA4-B182-FB4B-F866-AC7F792B6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/>
          <a:lstStyle/>
          <a:p>
            <a:r>
              <a:rPr lang="en-US" dirty="0"/>
              <a:t>Is the production budget strictly correlated to ROI?</a:t>
            </a:r>
          </a:p>
          <a:p>
            <a:r>
              <a:rPr lang="en-US" dirty="0"/>
              <a:t>Analyzing the financial data to see if spending more money </a:t>
            </a:r>
            <a:r>
              <a:rPr lang="en-US" u="sng" dirty="0"/>
              <a:t>actually guarantees</a:t>
            </a:r>
            <a:r>
              <a:rPr lang="en-US" dirty="0"/>
              <a:t> higher percentage returns.</a:t>
            </a:r>
          </a:p>
          <a:p>
            <a:r>
              <a:rPr lang="en-US" dirty="0"/>
              <a:t>Our goal is to determine if there is a point of diminishing returns for massive blockbuster budgets and where the financial "sweet spot" lies.</a:t>
            </a:r>
          </a:p>
        </p:txBody>
      </p:sp>
    </p:spTree>
    <p:extLst>
      <p:ext uri="{BB962C8B-B14F-4D97-AF65-F5344CB8AC3E}">
        <p14:creationId xmlns:p14="http://schemas.microsoft.com/office/powerpoint/2010/main" val="299846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F284-CB6C-04AF-F2B6-19AEAF81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Power of the Opening Weekend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30472B-AB84-1710-7E9F-A9CDD7D92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300"/>
            <a:ext cx="1097457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opening weekend revenue correlate to the final revenue?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the hypothesis that a </a:t>
            </a:r>
            <a:r>
              <a:rPr kumimoji="0" lang="en-US" altLang="en-US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 premiere is directly proportional to a greater overall 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Our goal is to 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nderstand if movies </a:t>
            </a:r>
            <a:r>
              <a:rPr kumimoji="0" lang="en-US" altLang="en-US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rely entirely on initial hype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if certain types of films demonstrate strong "legs" (sustained viewership over time) despite a smaller opening.</a:t>
            </a:r>
          </a:p>
        </p:txBody>
      </p:sp>
    </p:spTree>
    <p:extLst>
      <p:ext uri="{BB962C8B-B14F-4D97-AF65-F5344CB8AC3E}">
        <p14:creationId xmlns:p14="http://schemas.microsoft.com/office/powerpoint/2010/main" val="89507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287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Box office data</vt:lpstr>
      <vt:lpstr>How can we create valuable insights from these numbers</vt:lpstr>
      <vt:lpstr>Maximizing Return: The ROI of Genres</vt:lpstr>
      <vt:lpstr>Budget vs. Profitability</vt:lpstr>
      <vt:lpstr>The Power of the Opening Weekend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Athanasios Karaiskos</dc:creator>
  <cp:lastModifiedBy>Athanasios Karaiskos</cp:lastModifiedBy>
  <cp:revision>2</cp:revision>
  <dcterms:created xsi:type="dcterms:W3CDTF">2026-03-22T23:56:16Z</dcterms:created>
  <dcterms:modified xsi:type="dcterms:W3CDTF">2026-03-23T07:57:16Z</dcterms:modified>
</cp:coreProperties>
</file>